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Applications: Transforming Industries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with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(AI) is </a:t>
            </a:r>
            <a:r>
              <a:rPr i="1"/>
              <a:t>transforming</a:t>
            </a:r>
            <a:r>
              <a:t> various industries</a:t>
            </a:r>
          </a:p>
          <a:p>
            <a:pPr/>
            <a:r>
              <a:t>AI applications range from simple decision-making tools to complex systems</a:t>
            </a:r>
          </a:p>
          <a:p>
            <a:pPr/>
            <a:r>
              <a:t>AI can be categorized into types: Rule-based, Instance-based, and Model-based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Virtual assistants</a:t>
            </a:r>
            <a:r>
              <a:t> like Siri, Alexa, and Google Assistant</a:t>
            </a:r>
          </a:p>
          <a:p>
            <a:pPr/>
            <a:r>
              <a:rPr b="1"/>
              <a:t>Recommender systems</a:t>
            </a:r>
            <a:r>
              <a:t> in Netflix, Amazon, and Spotify</a:t>
            </a:r>
          </a:p>
          <a:p>
            <a:pPr/>
            <a:r>
              <a:rPr b="1"/>
              <a:t>Fraud detection</a:t>
            </a:r>
            <a:r>
              <a:t> in banking and </a:t>
            </a:r>
            <a:r>
              <a:rPr i="1"/>
              <a:t>credit card</a:t>
            </a:r>
            <a:r>
              <a:t>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Disease diagnosis and prediction using machine learning algorithms</a:t>
            </a:r>
          </a:p>
          <a:p>
            <a:pPr/>
            <a:r>
              <a:t>Personalized medicine and drug discovery</a:t>
            </a:r>
          </a:p>
          <a:p>
            <a:pPr/>
            <a:r>
              <a:t>AI-powered robotic surgeries and remote patient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Key Industries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Inventory management and demand forecasting</a:t>
            </a:r>
          </a:p>
          <a:p>
            <a:pPr/>
            <a:r>
              <a:t>Customer segmentation and targeted marketing</a:t>
            </a:r>
          </a:p>
          <a:p>
            <a:pPr/>
            <a:r>
              <a:t>AI-driven chatbots for customer service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Credit scoring and risk assessment</a:t>
            </a:r>
          </a:p>
          <a:p>
            <a:pPr/>
            <a:r>
              <a:t>Algorithmic trading and portfolio management</a:t>
            </a:r>
          </a:p>
          <a:p>
            <a:pPr/>
            <a:r>
              <a:t>AI for detecting money laundering and cyber fraud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84174" y="5303520"/>
            <a:ext cx="3975652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AI is transforming retail and finance with improved operations and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learning paths and adaptive testing</a:t>
            </a:r>
          </a:p>
          <a:p>
            <a:pPr/>
            <a:r>
              <a:t>Intelligent tutoring systems for skill development</a:t>
            </a:r>
          </a:p>
          <a:p>
            <a:pPr/>
            <a:r>
              <a:t>AI for predicting student performance and dropout rates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Step-by-Step: AI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Step 1:</a:t>
            </a:r>
            <a:r>
              <a:t> Define the problem and objectives</a:t>
            </a:r>
          </a:p>
          <a:p>
            <a:pPr/>
            <a:r>
              <a:rPr b="1"/>
              <a:t>Step 2:</a:t>
            </a:r>
            <a:r>
              <a:t> Collect and preprocess data</a:t>
            </a:r>
          </a:p>
          <a:p>
            <a:pPr/>
            <a:r>
              <a:rPr b="1"/>
              <a:t>Step 3:</a:t>
            </a:r>
            <a:r>
              <a:t> Select and train the AI model</a:t>
            </a:r>
          </a:p>
          <a:p>
            <a:pPr/>
            <a:r>
              <a:rPr b="1"/>
              <a:t>Step 4:</a:t>
            </a:r>
            <a:r>
              <a:t> Evaluate and optimize the model</a:t>
            </a:r>
          </a:p>
          <a:p>
            <a:pPr/>
            <a:r>
              <a:rPr b="1"/>
              <a:t>Step 5:</a:t>
            </a:r>
            <a:r>
              <a:t> Deploy and monitor the AI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Icons: Key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Human-like </a:t>
            </a:r>
            <a:r>
              <a:rPr i="1"/>
              <a:t>intelligence</a:t>
            </a:r>
            <a:r>
              <a:t> and decision-making</a:t>
            </a:r>
          </a:p>
          <a:p>
            <a:pPr/>
            <a:r>
              <a:t>Automation and physical </a:t>
            </a:r>
            <a:r>
              <a:rPr i="1"/>
              <a:t>tasks</a:t>
            </a:r>
          </a:p>
          <a:p>
            <a:pPr/>
            <a:r>
              <a:t>Data processing and cloud computing</a:t>
            </a:r>
          </a:p>
          <a:p>
            <a:pPr/>
            <a:r>
              <a:t>Insights and </a:t>
            </a:r>
            <a:r>
              <a:rPr i="1"/>
              <a:t>predictions</a:t>
            </a:r>
          </a:p>
          <a:p>
            <a:pPr/>
            <a:r>
              <a:t>Global connectivity and </a:t>
            </a:r>
            <a:r>
              <a:rPr i="1"/>
              <a:t>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vs. ML vs. DL: A Tabular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46566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DL</a:t>
                      </a:r>
                    </a:p>
                  </a:txBody>
                  <a:tcPr/>
                </a:tc>
              </a:tr>
              <a:tr h="646566"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Creating intelligent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Learning from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neural networks</a:t>
                      </a:r>
                    </a:p>
                  </a:txBody>
                  <a:tcPr/>
                </a:tc>
              </a:tr>
              <a:tr h="646566">
                <a:tc>
                  <a:txBody>
                    <a:bodyPr/>
                    <a:lstStyle/>
                    <a:p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Rule-based, expert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Algorithms, statistical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neural networks</a:t>
                      </a:r>
                    </a:p>
                  </a:txBody>
                  <a:tcPr/>
                </a:tc>
              </a:tr>
              <a:tr h="646566">
                <a:tc>
                  <a:txBody>
                    <a:bodyPr/>
                    <a:lstStyle/>
                    <a:p>
                      <a:r>
                        <a:t>Data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Massive datasets</a:t>
                      </a:r>
                    </a:p>
                  </a:txBody>
                  <a:tcPr/>
                </a:tc>
              </a:tr>
              <a:tr h="646566">
                <a:tc>
                  <a:txBody>
                    <a:bodyPr/>
                    <a:lstStyle/>
                    <a:p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646566">
                <a:tc>
                  <a:txBody>
                    <a:bodyPr/>
                    <a:lstStyle/>
                    <a:p>
                      <a:r>
                        <a:t>Computational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to 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646567"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Chess, recommendation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Spam filters, image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 recognition, NLP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Embracing AI's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transforming industries and improving lives</a:t>
            </a:r>
          </a:p>
          <a:p>
            <a:pPr/>
            <a:r>
              <a:t>Ethical considerations are crucial for responsible AI development</a:t>
            </a:r>
          </a:p>
          <a:p>
            <a:pPr/>
            <a:r>
              <a:t>Invest in AI education and workforce development</a:t>
            </a:r>
          </a:p>
          <a:p>
            <a:pPr/>
            <a:r>
              <a:t>Call to action: Explore AI applications and contribute to shaping its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a step-by-step/sequential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first step of the process</a:t>
            </a:r>
          </a:p>
          <a:p>
            <a:pPr/>
            <a:r>
              <a:t>A second step</a:t>
            </a:r>
          </a:p>
          <a:p>
            <a:pPr/>
            <a:r>
              <a:t>Third step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