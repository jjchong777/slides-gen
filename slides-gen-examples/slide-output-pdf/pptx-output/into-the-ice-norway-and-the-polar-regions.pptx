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868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6220"/>
            <a:ext cx="9144000" cy="1097280"/>
          </a:xfrm>
          <a:prstGeom prst="rect">
            <a:avLst/>
          </a:prstGeom>
          <a:solidFill>
            <a:srgbClr val="CC0000">
              <a:alpha val="80000"/>
            </a:srgbClr>
          </a:solidFill>
          <a:ln w="12700">
            <a:solidFill>
              <a:srgbClr val="CC0000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28016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Into the Ice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of Norway and the Polar Regions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Comprehensive Analysis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Norway's Polar Past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Themes and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 analysis of Norway's polar history.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historical events to current issues.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global connections and Arctic significance.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prominent explorers and sovereignty issues.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Context and Modern Relevance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Significance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Norway's role in polar discovery.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the history of whaling and sealing.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contested governance and foreign relations.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10515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Connections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600200"/>
            <a:ext cx="3886200" cy="33147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Arctic history to environmental movements.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resource extraction and climate change.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the Arctic's role in global research.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Whaling vs. Petroleum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1905-1970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 Income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Equivalent to Petroleum Fund start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136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136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Recent Decades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26136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 Surpasses Whaling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6136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size, volume, and revenues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65520" y="1097280"/>
            <a:ext cx="2621280" cy="3680460"/>
          </a:xfrm>
          <a:prstGeom prst="rect">
            <a:avLst/>
          </a:prstGeom>
          <a:solidFill>
            <a:srgbClr val="F8F9FA"/>
          </a:solidFill>
          <a:ln w="12700">
            <a:solidFill>
              <a:srgbClr val="003366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65520" y="1097280"/>
            <a:ext cx="2621280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65520" y="1371600"/>
            <a:ext cx="2621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33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Challenges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65520" y="2697480"/>
            <a:ext cx="262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Petroleum &amp; Climate Change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65520" y="3200400"/>
            <a:ext cx="262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 northern fisheries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645920"/>
            <a:ext cx="2743200" cy="5486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731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Unique Resource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Timeline and References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Expeditions and Activities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2542032"/>
            <a:ext cx="8229600" cy="36576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98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298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Exploration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Begins with expeditions from 1596.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72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872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Golden Age of Exploration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5603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Nansen, Amundsen, and Sverdrup.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3446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446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Scientific Advancements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177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polar science and research.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402068" y="2304288"/>
            <a:ext cx="512064" cy="512064"/>
          </a:xfrm>
          <a:prstGeom prst="ellipse">
            <a:avLst/>
          </a:prstGeom>
          <a:solidFill>
            <a:srgbClr val="CC000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2068" y="2304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1371600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Era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2907792"/>
            <a:ext cx="196596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activities up to 2006.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3366"/>
          </a:solidFill>
          <a:ln w="12700">
            <a:solidFill>
              <a:srgbClr val="0033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Should Read This Book?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046720" cy="32004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8046720" cy="37719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 interested in the far north.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Academics teaching or researching Scandinavia.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 climate change and Arctic studies.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seeking a fresh global account of polar history.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0" b="1" dirty="0">
                <a:solidFill>
                  <a:srgbClr val="CC0000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7498080" cy="29489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scholarly contribution allows us to reflect back upon the history of the polar regions with a new, fresh, global account.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0" y="4137660"/>
            <a:ext cx="182880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2291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Book Reviewer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99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Norway's Polar Heritage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vital resource for understanding the Arctic.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  <a:effectLst>
            <a:outerShdw sx="100000" sy="100000" kx="0" ky="0" algn="bl" rotWithShape="0" blurRad="762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32918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About Polar Research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Into the Ice: Norway and the Polar Regions</dc:title>
  <dc:subject>PptxGenJS Presentation</dc:subject>
  <dc:creator>PptxGenJS</dc:creator>
  <cp:lastModifiedBy>PptxGenJS</cp:lastModifiedBy>
  <cp:revision>1</cp:revision>
  <dcterms:created xsi:type="dcterms:W3CDTF">2026-04-15T08:49:39Z</dcterms:created>
  <dcterms:modified xsi:type="dcterms:W3CDTF">2026-04-15T08:49:39Z</dcterms:modified>
</cp:coreProperties>
</file>