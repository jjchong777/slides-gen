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CC0000">
              <a:alpha val="80000"/>
            </a:srgbClr>
          </a:solidFill>
          <a:ln w="12700">
            <a:solidFill>
              <a:srgbClr val="CC0000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Moon Exploration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of Goals, Concepts, Projects, and Technologies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Section 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INERT MATTER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Moon Exploration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Moon Exploration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process of cognition, research, development, and colonization.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Encompasses all forms of activity, from individual to public consciousness.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relationships with Earth, Sun, and the entire Solar system.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is an 'eternal' witness and actor in celestial relationships.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Periods of Moon Exploration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542032"/>
            <a:ext cx="8229600" cy="36576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72768" y="2304288"/>
            <a:ext cx="512064" cy="512064"/>
          </a:xfrm>
          <a:prstGeom prst="ellipse">
            <a:avLst/>
          </a:prstGeom>
          <a:solidFill>
            <a:srgbClr val="CC00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72768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Pre-Space Age (Before 1950s)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907792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and instrumental observations from Earth; early ideas and concepts.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2304288"/>
            <a:ext cx="512064" cy="512064"/>
          </a:xfrm>
          <a:prstGeom prst="ellipse">
            <a:avLst/>
          </a:prstGeom>
          <a:solidFill>
            <a:srgbClr val="CC00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15968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4612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 Age (Since 1959)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2907792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Unmanned and manned spacecraft; the 'moon race' era.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59168" y="2304288"/>
            <a:ext cx="512064" cy="512064"/>
          </a:xfrm>
          <a:prstGeom prst="ellipse">
            <a:avLst/>
          </a:prstGeom>
          <a:solidFill>
            <a:srgbClr val="CC00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59168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89320" y="1371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21st Century &amp; Beyond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2907792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'moon race' for infrastructure, bases, and colonization.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Scenarios for Moon Exploration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 ('Deductive')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general 'rules of the game' and regulations.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Emphasizes international cooperation and institutions.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contradictions and conflicts.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Extreme ('Inductive')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general 'rules of the game'.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 exploration and resource grab ('Moon rush').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contradictions and conflicts.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Stages of Total Moon Exploration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393698"/>
            <a:ext cx="512064" cy="51206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9369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051560"/>
            <a:ext cx="7589520" cy="11506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1051560"/>
            <a:ext cx="2286000" cy="1150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Stage: Infrastructure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1051560"/>
            <a:ext cx="4480560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Scientific, industrial, inhabited infrastructure, bases, space economy.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20468"/>
            <a:ext cx="109728" cy="1463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681478"/>
            <a:ext cx="512064" cy="51206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68147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339340"/>
            <a:ext cx="7589520" cy="11506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2339340"/>
            <a:ext cx="2286000" cy="1150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 Stage: Inclusion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339340"/>
            <a:ext cx="4480560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integration of Moon and its economy into Earth's civilization.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08248"/>
            <a:ext cx="109728" cy="1463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969258"/>
            <a:ext cx="512064" cy="51206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6925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3627120"/>
            <a:ext cx="7589520" cy="11506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43000" y="3627120"/>
            <a:ext cx="2286000" cy="1150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Third Stage: Autonomous Civilization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3627120"/>
            <a:ext cx="4480560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of a cosmic humanity with permanent life on the Moon.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CC00">
              <a:alpha val="70000"/>
            </a:srgbClr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0" y="229743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3366"/>
                </a:solidFill>
              </a:rPr>
              <a:t>Conceptual illustration of a lunar base.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Environmentally Friendly Technologies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023360" cy="36804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or exceeding environmental standards.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harmful to human life, health, or environment.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Space elevator, solar power stations, 3D printed structures.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Aspects of Moon Exploration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21280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exploration and colonization.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1360" y="1097280"/>
            <a:ext cx="2621280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136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 Global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6136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136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over centuries.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6552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65520" y="1097280"/>
            <a:ext cx="2621280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552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Environmentally Friendly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06552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6552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negative impact.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11455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422053"/>
            <a:ext cx="438912" cy="43891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42205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94760" y="365760"/>
            <a:ext cx="4983480" cy="55149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and periodization of Moon exploration analyzed.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953834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064990"/>
            <a:ext cx="438912" cy="43891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649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1008697"/>
            <a:ext cx="4983480" cy="55149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21st century: Moon exploration is a priority.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0" y="1596771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707928"/>
            <a:ext cx="438912" cy="43891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707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4760" y="1651635"/>
            <a:ext cx="4983480" cy="55149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'comprehensive' concept proposed.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0" y="2239709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2350865"/>
            <a:ext cx="438912" cy="43891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3508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94760" y="2294573"/>
            <a:ext cx="4983480" cy="55149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global cooperation and 'rules of the game'.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00400" y="2882646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2993803"/>
            <a:ext cx="438912" cy="43891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99380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94760" y="2937510"/>
            <a:ext cx="4983480" cy="55149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of 'reserve' humanity for survival.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00400" y="3525584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3636740"/>
            <a:ext cx="438912" cy="43891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36367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94760" y="3580448"/>
            <a:ext cx="4983480" cy="55149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use of new technologies.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200400" y="4168521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279678"/>
            <a:ext cx="438912" cy="43891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427967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94760" y="4223385"/>
            <a:ext cx="4983480" cy="55149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for an International Institute for Moon Exploration.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200400" y="4811459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922615"/>
            <a:ext cx="438912" cy="43891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492261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94760" y="4866323"/>
            <a:ext cx="4983480" cy="55149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Interdisciplinary studies are essential.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is Lunar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exploration and colonization of the Moon.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 for more information.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Moon Exploration: Evolution of Goals, Concepts, Projects, and Technologies</dc:title>
  <dc:subject>PptxGenJS Presentation</dc:subject>
  <dc:creator>PptxGenJS</dc:creator>
  <cp:lastModifiedBy>PptxGenJS</cp:lastModifiedBy>
  <cp:revision>1</cp:revision>
  <dcterms:created xsi:type="dcterms:W3CDTF">2026-04-15T08:54:41Z</dcterms:created>
  <dcterms:modified xsi:type="dcterms:W3CDTF">2026-04-15T08:54:41Z</dcterms:modified>
</cp:coreProperties>
</file>