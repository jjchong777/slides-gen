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 years</c:v>
                </c:pt>
              </c:strCache>
            </c:strRef>
          </c:tx>
          <c:spPr>
            <a:solidFill>
              <a:srgbClr val="0077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Flat</c:v>
                  </c:pt>
                  <c:pt idx="1">
                    <c:v>Synthetic</c:v>
                  </c:pt>
                  <c:pt idx="2">
                    <c:v>Inconsistent</c:v>
                  </c:pt>
                  <c:pt idx="3">
                    <c:v>Spherical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19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 years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Flat</c:v>
                  </c:pt>
                  <c:pt idx="1">
                    <c:v>Synthetic</c:v>
                  </c:pt>
                  <c:pt idx="2">
                    <c:v>Inconsistent</c:v>
                  </c:pt>
                  <c:pt idx="3">
                    <c:v>Spherical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11</c:v>
                </c:pt>
                <c:pt idx="3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Adults</c:v>
                </c:pt>
              </c:strCache>
            </c:strRef>
          </c:tx>
          <c:spPr>
            <a:solidFill>
              <a:srgbClr val="EEEE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Flat</c:v>
                  </c:pt>
                  <c:pt idx="1">
                    <c:v>Synthetic</c:v>
                  </c:pt>
                  <c:pt idx="2">
                    <c:v>Inconsistent</c:v>
                  </c:pt>
                  <c:pt idx="3">
                    <c:v>Spherical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FF9900">
              <a:alpha val="80000"/>
            </a:srgbClr>
          </a:solidFill>
          <a:ln w="12700">
            <a:solidFill>
              <a:srgbClr val="FF9900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World Round or Flat?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Understanding of the Earth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7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Children's Conceptual Development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Questions in Understanding Earth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 of children's knowledge about the earth.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evolution of their concepts.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scientific understanding is acquired.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of intuitive constraints vs. cultural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Competing Theories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Model Theory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form coherent, naïve mental models (e.g., flat, hollow).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constraints (flatness, support) are influential.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change is a radical restructuring process.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Fragmentation Account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fragmented, inconsistent, lacking coherence.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constraints are weak or non-existent.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knowledge is gradually acquired through culture.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Children's Earth Concepts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32726"/>
            <a:ext cx="512064" cy="51206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3272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7589520" cy="828675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051560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051560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participants: 6-year-olds, 8-year-olds, and adults.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98523"/>
            <a:ext cx="109728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98561"/>
            <a:ext cx="512064" cy="51206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9856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017395"/>
            <a:ext cx="7589520" cy="82867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2017395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017395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9-item interview schedule with multiple-choice and open questions.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64358"/>
            <a:ext cx="109728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64395"/>
            <a:ext cx="512064" cy="51206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6439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2983230"/>
            <a:ext cx="7589520" cy="828675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2983230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2983230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3D models representing different earth shapes.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30193"/>
            <a:ext cx="109728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130231"/>
            <a:ext cx="512064" cy="512064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3023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5840" y="3949065"/>
            <a:ext cx="7589520" cy="828675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43000" y="3949065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66160" y="3949065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interviews, model selection, and question answering.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of Responses by 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77C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21280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7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6-year-olds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correct answers (max 8)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77C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097280"/>
            <a:ext cx="2621280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136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7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6136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8-year-olds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136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correct answers (max 8)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552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77C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5520" y="1097280"/>
            <a:ext cx="2621280" cy="1097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552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7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7.48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6552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6552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correct answers (max 8)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 Representations by Age Group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8229600" cy="37719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7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Results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Findings: Intuitive or Scientific?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participants, even young children, preferred scientific answers.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significantly correlated with scientific understanding.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children showed consistent naïve mental models.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representations were mostly scientifically dominated.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0" b="1" dirty="0">
                <a:solidFill>
                  <a:srgbClr val="FF990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498080" cy="2948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Emerging knowledge of the earth is fragmented—it consists of pieces of scientific information that are initially unsystematic and gradually become co-ordinated into the coherent scientific earth model.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0" y="4137660"/>
            <a:ext cx="18288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2291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Panagiotaki, Nobes, &amp; Banerjee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7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Understanding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and Implications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fragmentation account over the mental model theory.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knowledge is influenced by cultural information.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constraints play a minimal role.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should explore younger age groups.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7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discussion on children's scientific understanding.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the World Round or Flat?</dc:title>
  <dc:subject>PptxGenJS Presentation</dc:subject>
  <dc:creator>PptxGenJS</dc:creator>
  <cp:lastModifiedBy>PptxGenJS</cp:lastModifiedBy>
  <cp:revision>1</cp:revision>
  <dcterms:created xsi:type="dcterms:W3CDTF">2026-04-10T09:46:50Z</dcterms:created>
  <dcterms:modified xsi:type="dcterms:W3CDTF">2026-04-10T09:46:50Z</dcterms:modified>
</cp:coreProperties>
</file>