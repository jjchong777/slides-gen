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46220"/>
            <a:ext cx="9144000" cy="1097280"/>
          </a:xfrm>
          <a:prstGeom prst="rect">
            <a:avLst/>
          </a:prstGeom>
          <a:solidFill>
            <a:srgbClr val="90E0EF">
              <a:alpha val="80000"/>
            </a:srgbClr>
          </a:solidFill>
          <a:ln w="12700">
            <a:solidFill>
              <a:srgbClr val="90E0EF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Japanese Anime: A Global Cultural Symbol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the Pop Culture Cipher and Semiotic Significance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77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Rise of Anime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its Global Appeal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11455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475488"/>
            <a:ext cx="438912" cy="438912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475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94760" y="365760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Introduction: Anime as a Global Phenomenon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0" y="1060704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225296"/>
            <a:ext cx="438912" cy="438912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2252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94760" y="1115568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for Popularity: Narrative, Visuals, Characters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0" y="1810512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975104"/>
            <a:ext cx="438912" cy="438912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975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94760" y="1865376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Communication Strategies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00400" y="2560320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2724912"/>
            <a:ext cx="438912" cy="438912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2724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94760" y="2615184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Significance: Local and Global Impact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00400" y="3310128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3474720"/>
            <a:ext cx="438912" cy="438912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474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94760" y="3364992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Introduction: A Cultural Wave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 transcends borders, becoming a global cultural symbol.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commercial success and strong cultural resonance.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"popularity code" drives its global appeal.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Japanese culture with global influences.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Reasons for Popularity: Core Elements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2004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7764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 Charm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886200" cy="3314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story themes: Sci-fi, love, history, adventure.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Superb narrative techniques: Suspense, plot twists, emotional depth.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Engaging characters with relatable struggles and growth.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397764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051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Presentation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3886200" cy="3314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Delicate painting styles: Realistic to exaggerated.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production: 2D/3D integration, special effects.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use of color for emotional impact.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Reach and 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004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21280" cy="109728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Millions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Viewers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diverse platforms and regions.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136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1360" y="1097280"/>
            <a:ext cx="2621280" cy="109728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136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Billions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26136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6136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merchandise and content.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6552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65520" y="1097280"/>
            <a:ext cx="2621280" cy="109728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6552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06552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Engagement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6552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communities and social media.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Communication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support and cultural export strategy.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partnerships and diversified promotion.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social media and online platforms.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communities foster spread and engagement.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77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Significance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Entertainment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Significance: Local and Global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77640" cy="59436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Inheritance of Local Culture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77640" cy="33147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0"/>
            <a:ext cx="370332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traditional symbols: Shinto, tea ceremony, Bushido.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Transmits Japanese values: Teamwork, respect, nature.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social issues and human nature.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3977640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9144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Cross-Cultural Integration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09160" y="1554480"/>
            <a:ext cx="3977640" cy="33147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45920"/>
            <a:ext cx="370332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Influences animation globally.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Absorbs multicultural elements: Myths, legends, art styles.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Facilitates global understanding and exchange.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Meeting Social and Psychological Needs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escape from stressful modern life.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spiritual satisfaction and peace.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"Mortal heroes" inspire hope and resilience.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77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Cultural Force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3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90E0E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498080" cy="2948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Japanese anime has grown from local culture into a global phenomenon, showcasing infinite possibilities for cultural industries.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0" y="4137660"/>
            <a:ext cx="1828800" cy="36576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2291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Analysis of Japanese Anime Popularity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77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 Future of Global Culture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3291840"/>
            <a:ext cx="3657600" cy="68580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32918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Japanese Anime: A Global Cultural Symbol</dc:title>
  <dc:subject>PptxGenJS Presentation</dc:subject>
  <dc:creator>PptxGenJS</dc:creator>
  <cp:lastModifiedBy>PptxGenJS</cp:lastModifiedBy>
  <cp:revision>1</cp:revision>
  <dcterms:created xsi:type="dcterms:W3CDTF">2026-04-10T02:44:40Z</dcterms:created>
  <dcterms:modified xsi:type="dcterms:W3CDTF">2026-04-10T02:44:40Z</dcterms:modified>
</cp:coreProperties>
</file>