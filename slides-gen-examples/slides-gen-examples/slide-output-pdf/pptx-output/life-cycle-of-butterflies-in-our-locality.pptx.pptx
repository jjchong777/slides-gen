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Cycle of Butterflies in Our Locality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Exploration of Metamorphosis and Ecology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Butterflies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Role and Importance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Butterflies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biodiversity and ecosystem health.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key pollinators for many plant species.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bioindicators of environmental health.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food chain as prey and predators.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Butterflies and Their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Habitat Sensitivity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sensitive to environmental factors like temperature and humidity.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specific host plants for survival and reproduction.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habitat destruction and urbanization.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decline signals ecosystem distress.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Ecological Roles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Pollinate flowers, aiding plant reproduction.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biomass within ecological communities.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food sources for other animals.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presence indicates a thriving ecosystem.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Butterfly Life Cycle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of Metamorphosis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Metamorphosis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32726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3272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828675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Laid on host plants, serving as the first food source.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8523"/>
            <a:ext cx="109728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8561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856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017395"/>
            <a:ext cx="7589520" cy="828675"/>
          </a:xfrm>
          <a:prstGeom prst="rect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01739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Larva (Caterpillar)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1739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feeding and growth stage, molting several times.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64358"/>
            <a:ext cx="109728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64395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6439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983230"/>
            <a:ext cx="7589520" cy="828675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298323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Pupa (Chrysalis)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98323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transitional stage where the larva transforms into an adult.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30193"/>
            <a:ext cx="109728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30231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023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3949065"/>
            <a:ext cx="7589520" cy="828675"/>
          </a:xfrm>
          <a:prstGeom prst="rect">
            <a:avLst/>
          </a:prstGeom>
          <a:solidFill>
            <a:srgbClr val="50E3C2"/>
          </a:solidFill>
          <a:ln w="12700">
            <a:solidFill>
              <a:srgbClr val="50E3C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394906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394906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reproductive stage, focused on mating and egg-laying.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50E3C2">
              <a:alpha val="70000"/>
            </a:srgbClr>
          </a:solidFill>
          <a:ln w="12700">
            <a:solidFill>
              <a:srgbClr val="50E3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29743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90E2"/>
                </a:solidFill>
              </a:rPr>
              <a:t>Diagram of butterfly metamorphosis stages.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Visualizing the Stages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680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crucial for the butterfly's development.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conditions impact each phase.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are adapted for flight and reproduction.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Butterfly Diversity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in Our Area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Butterfly Families in Birati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Pieridae (Whites &amp; Sulfurs)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 medium size, yellow, orange, or white.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have black markings.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lay elongated eggs.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Papilionidae (Swallowtails)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and showy with tail-like hind wing extensions.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Chrysalises attached by a cremaster.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Larvae have a forked gland (osmeterium).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Butterfly Families Observed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90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Nymphalidae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Brush-footed Butterflies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forelegs, walking on middle/hind legs.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90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Lycaenidae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delicate, often brightly colored with notched eyes.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90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Hesperiidae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Stout-bodied, erratic flight, overwinter as larvae.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 and 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Our Butterflies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0E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5A623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natural habitats are destroyed, the importance of gardening in ensuring robust butterfly populations is becoming more evident.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Derived from text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 natural habitats to protect biodiversity.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native flora to support butterfly populations.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anthropogenic activities impacting ecosystems.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awareness about butterfly importance.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0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protect our local butterflies for a healthier ecosystem.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&amp; Get Involved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of Butterflies in Our Locality</dc:title>
  <dc:subject>PptxGenJS Presentation</dc:subject>
  <dc:creator>PptxGenJS</dc:creator>
  <cp:lastModifiedBy>PptxGenJS</cp:lastModifiedBy>
  <cp:revision>1</cp:revision>
  <dcterms:created xsi:type="dcterms:W3CDTF">2026-04-10T02:37:40Z</dcterms:created>
  <dcterms:modified xsi:type="dcterms:W3CDTF">2026-04-10T02:37:40Z</dcterms:modified>
</cp:coreProperties>
</file>