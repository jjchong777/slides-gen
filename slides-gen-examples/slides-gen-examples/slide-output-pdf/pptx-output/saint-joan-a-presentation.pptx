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Troop Morale</c:v>
                </c:pt>
              </c:strCache>
            </c:strRef>
          </c:tx>
          <c:spPr>
            <a:solidFill>
              <a:srgbClr val="004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Joan</c:v>
                  </c:pt>
                  <c:pt idx="1">
                    <c:v>After Joan's Arrival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English Confidence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Joan</c:v>
                  </c:pt>
                  <c:pt idx="1">
                    <c:v>After Joan's Arrival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Saint Joan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I: Vaucouleurs, 1429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of Characters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Robert de Baudricourt: Energetic but indecisive military squire.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Steward: Timid, subservient, and physically unremarkable.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Joan: A young, determined country girl with a divine mission.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Conflict: Eggs and Authority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Baudricourt's irrational demand for eggs.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Steward's inability to meet the demand.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arrival and her bold request for resources.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Baudricourt's initial disbelief and eventual reluctant agreement.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 Contrasts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 de Baudricourt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Superficially energetic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will-less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flustered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authority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unassuming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Unwavering conviction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assertive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divine will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Dauphin's Court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II: Chinon, 1429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Courtly Intrigue and Skepticism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Archbishop and Chamberlain await the Dauphin.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Dauphin Charles VII: Young, insecure, and easily influenced.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Skepticism regarding Joan's divine claims.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Can Joan identify the Dauphin?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Figures at Court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4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Charles VII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Dauphin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Uncrowned king, lacks confidence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4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Archbishop of Rheims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 and pragmatist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Joan's potential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4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4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Trémouille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Chamberlain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Arrogant and impatient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Joan's Impact on the Court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directness challenges courtly norms.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identifies the Dauphin, impressing some.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conviction begins to sway opinions.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 grapples with her divine claims.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Siege of Orleans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III: Orleans, 1429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 Arrives at Orleans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Dunois, the Bastard of Orleans, commands the defense.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English hold the bridgehead, controlling the river.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military strategy: rafts and direct assault.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Dunois is impressed by Joan's courage and conviction.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 vs. Dunois: Strategy and Faith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Joan's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guidance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Unwavering faith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God's will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Dunois's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experience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assessment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Joan's influence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Orleans: The Turning Point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3771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Rouen, 1431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Accusations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Heresy and witchcraft.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men's clothes.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Disobedience to the Church.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divine revelation.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Court vs. Joan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motives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Legalistic arguments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earthly power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Joan's influence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mission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Unshakeable faith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God's will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and conviction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0" b="1" dirty="0">
                <a:solidFill>
                  <a:srgbClr val="FFD70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Church cannot take life. And my first duty is to seek this girl's salvation.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Bishop Cauchon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 and Sentence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refusal to renounce her voices.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Confession of heresy and witchcraft.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Condemned to perpetual imprisonment.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is later annulled.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Epilogue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Twenty-Five Years Later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4080"/>
          </a:solidFill>
          <a:ln w="12700">
            <a:solidFill>
              <a:srgbClr val="00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and Rehabilitation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VII reflects on Joan's impact.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trial declared corrupt and unjust.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sentence is annulled.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is declared a saint.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4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discussion on faith, politics, and heroism.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Joan: A Presentation</dc:title>
  <dc:subject>PptxGenJS Presentation</dc:subject>
  <dc:creator>PptxGenJS</dc:creator>
  <cp:lastModifiedBy>PptxGenJS</cp:lastModifiedBy>
  <cp:revision>1</cp:revision>
  <dcterms:created xsi:type="dcterms:W3CDTF">2026-04-10T08:23:51Z</dcterms:created>
  <dcterms:modified xsi:type="dcterms:W3CDTF">2026-04-10T08:23:51Z</dcterms:modified>
</cp:coreProperties>
</file>