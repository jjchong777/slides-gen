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46220"/>
            <a:ext cx="9144000" cy="1097280"/>
          </a:xfrm>
          <a:prstGeom prst="rect">
            <a:avLst/>
          </a:prstGeom>
          <a:solidFill>
            <a:srgbClr val="CC0000">
              <a:alpha val="80000"/>
            </a:srgbClr>
          </a:solidFill>
          <a:ln w="12700">
            <a:solidFill>
              <a:srgbClr val="CC0000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Saint Joan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Play by George Bernard Shaw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ACT 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Castle of Vaucouleurs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Spring, 1429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Scene I: The Opening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046720" cy="3200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8046720" cy="3771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 Robert de Baudricourt, a military squire, is introduced.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is arguing with his steward about the lack of eggs.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of Arc arrives, seeking a horse and soldiers.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 dismisses her as mad, but she persists.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Character Contrast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200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3977640" cy="4572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Robert de Baudricourt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3886200" cy="3314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Handsome, energetic, but weak-willed.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Prone to bluster and temper.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Ultimately swayed by Joan's conviction.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51560"/>
            <a:ext cx="3977640" cy="4572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0515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Joan of Arc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600200"/>
            <a:ext cx="3886200" cy="3314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Young, country girl, determined.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Believes she is guided by divine voices.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Unwavering in her mission.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Scene II: The Dauphin's Court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046720" cy="3200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8046720" cy="3771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is presented to the Dauphin Charles VII.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court is skeptical and amused by Joan.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identifies the Dauphin despite his disguise.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 given command of the army.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Court's Reaction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77640" cy="5943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91440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Skeptics and Politicians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77640" cy="33147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45920"/>
            <a:ext cx="3703320" cy="3131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Joan as a mad peasant or a political tool.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her influence and divine claims.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practicalities and personal gain.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914400"/>
            <a:ext cx="3977640" cy="59436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91440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Believers and Soldiers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709160" y="1554480"/>
            <a:ext cx="3977640" cy="3314700"/>
          </a:xfrm>
          <a:prstGeom prst="rect">
            <a:avLst/>
          </a:prstGeom>
          <a:solidFill>
            <a:srgbClr val="F8F9FA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645920"/>
            <a:ext cx="3703320" cy="3131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Joan as divinely inspired.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moved by her faith and conviction.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courage and hope in her mission.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ACT II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Siege of Orleans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April, 1429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Scene III: The Loire River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046720" cy="3200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8046720" cy="3771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Dunois, the Bastard of Orleans, awaits Joan.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arrives, impatient to fight the English.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insists on attacking the forts.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miraculous wind change aids their advance.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Turning Tide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200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621280" cy="3680460"/>
          </a:xfrm>
          <a:prstGeom prst="rect">
            <a:avLst/>
          </a:prstGeom>
          <a:solidFill>
            <a:srgbClr val="F8F9FA"/>
          </a:solidFill>
          <a:ln w="12700">
            <a:solidFill>
              <a:srgbClr val="00336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21280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262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1429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262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of Orleans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Joan's arrival marked a turning point.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1360" y="1097280"/>
            <a:ext cx="2621280" cy="3680460"/>
          </a:xfrm>
          <a:prstGeom prst="rect">
            <a:avLst/>
          </a:prstGeom>
          <a:solidFill>
            <a:srgbClr val="F8F9FA"/>
          </a:solidFill>
          <a:ln w="12700">
            <a:solidFill>
              <a:srgbClr val="00336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1360" y="1097280"/>
            <a:ext cx="2621280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1360" y="1371600"/>
            <a:ext cx="262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Victory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261360" y="2697480"/>
            <a:ext cx="262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Morale Boost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61360" y="3200400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French troops and shifted public opinion.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65520" y="1097280"/>
            <a:ext cx="2621280" cy="3680460"/>
          </a:xfrm>
          <a:prstGeom prst="rect">
            <a:avLst/>
          </a:prstGeom>
          <a:solidFill>
            <a:srgbClr val="F8F9FA"/>
          </a:solidFill>
          <a:ln w="12700">
            <a:solidFill>
              <a:srgbClr val="00336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65520" y="1097280"/>
            <a:ext cx="2621280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65520" y="1371600"/>
            <a:ext cx="262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Divine Intervention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065520" y="2697480"/>
            <a:ext cx="262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Joan's Belief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65520" y="3200400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Attributed victories to God's will.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Scene IV: The English Camp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046720" cy="3200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8046720" cy="3771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commanders discuss their defeats.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attribute Joan's success to witchcraft.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 on whether she is a witch or a heretic.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Warwick sees her as a political threat.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ACT III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Trial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Rouen, 1431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Scene V: The Trial Begins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046720" cy="3200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8046720" cy="3771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is on trial for heresy and witchcraft.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accusers are English and French churchmen.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defends her actions as divinely inspired.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refuses to renounce her voices or her mission.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Accusations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200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3977640" cy="4572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Heresy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3886200" cy="3314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Claiming divine guidance.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Disobeying the Church's authority.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Wearing men's clothing.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51560"/>
            <a:ext cx="3977640" cy="4572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0515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Witchcraft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600200"/>
            <a:ext cx="3886200" cy="3314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Intercourse with evil spirits.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Performing unnatural acts.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Causing the enemy's defeat.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Scene VI: The Recantation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046720" cy="3200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8046720" cy="3771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is pressured to recant her beliefs.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initially agrees, then tears up the document.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declares her voices are from God, not demons.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 condemned to perpetual imprisonment.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CC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0" b="1" dirty="0">
                <a:solidFill>
                  <a:srgbClr val="CC0000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7498080" cy="29489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have dared and dared; but only a fool will walk into a fire: God, who gave me my commonsense, cannot will me to do that.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0" y="4137660"/>
            <a:ext cx="182880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2291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Joan of Arc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EPILOGUE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Twenty-Five Years Later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1456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Rehabilitation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046720" cy="3200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8046720" cy="3771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 VII reflects on Joan's legacy.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trial is declared corrupt and unjust.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 is declared innocent and a saint.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memory is honored, but her spirit remains elusive.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Enduring Spirit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Joan's legacy transcends time and earthly judgment.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0" y="3291840"/>
            <a:ext cx="36576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0" y="32918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Saint Joan</dc:title>
  <dc:subject>PptxGenJS Presentation</dc:subject>
  <dc:creator>PptxGenJS</dc:creator>
  <cp:lastModifiedBy>PptxGenJS</cp:lastModifiedBy>
  <cp:revision>1</cp:revision>
  <dcterms:created xsi:type="dcterms:W3CDTF">2026-04-10T03:25:38Z</dcterms:created>
  <dcterms:modified xsi:type="dcterms:W3CDTF">2026-04-10T03:25:38Z</dcterms:modified>
</cp:coreProperties>
</file>