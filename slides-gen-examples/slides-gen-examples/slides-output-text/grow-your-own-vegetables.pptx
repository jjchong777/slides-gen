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7D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046220"/>
            <a:ext cx="9144000" cy="1097280"/>
          </a:xfrm>
          <a:prstGeom prst="rect">
            <a:avLst/>
          </a:prstGeom>
          <a:solidFill>
            <a:srgbClr val="FFC107">
              <a:alpha val="80000"/>
            </a:srgbClr>
          </a:solidFill>
          <a:ln w="12700">
            <a:solidFill>
              <a:srgbClr val="FFC107">
                <a:alpha val="8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0"/>
            <a:ext cx="8046720" cy="1645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Grow Your Own Vegetables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301752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5D6A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Freshness at Your Fingertips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E7D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1645920"/>
            <a:ext cx="2743200" cy="54864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7315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5D6A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Section 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Why Grow Your Own?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14400" y="32004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A5D6A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Benefits of Homegrown Produce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Key Advantages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8046720" cy="32004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97280"/>
            <a:ext cx="8046720" cy="37719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Unbeatable freshness and flavor.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Control over what you eat (organic, no pesticides).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Save money on grocery bills.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Reduce your carbon footprint.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Enjoy a rewarding hobby.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E7D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1645920"/>
            <a:ext cx="2743200" cy="54864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7315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5D6A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Section 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Getting Started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14400" y="32004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A5D6A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Essential Steps for Success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Your Growing Journey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136142"/>
            <a:ext cx="512064" cy="512064"/>
          </a:xfrm>
          <a:prstGeom prst="ellipse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13614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005840" y="1051560"/>
            <a:ext cx="7589520" cy="63550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143000" y="1051560"/>
            <a:ext cx="2286000" cy="6355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Choose Your Spot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566160" y="1051560"/>
            <a:ext cx="4480560" cy="6355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Select a sunny location with at least 6-8 hours of sunlight daily.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705356"/>
            <a:ext cx="109728" cy="146304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908810"/>
            <a:ext cx="512064" cy="512064"/>
          </a:xfrm>
          <a:prstGeom prst="ellipse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90881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005840" y="1824228"/>
            <a:ext cx="7589520" cy="635508"/>
          </a:xfrm>
          <a:prstGeom prst="rect">
            <a:avLst/>
          </a:prstGeom>
          <a:solidFill>
            <a:srgbClr val="A5D6A7"/>
          </a:solidFill>
          <a:ln w="12700">
            <a:solidFill>
              <a:srgbClr val="A5D6A7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143000" y="1824228"/>
            <a:ext cx="2286000" cy="6355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Select Your Veggies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66160" y="1824228"/>
            <a:ext cx="4480560" cy="6355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Start with easy-to-grow options like lettuce, tomatoes, or herbs.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478024"/>
            <a:ext cx="109728" cy="146304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681478"/>
            <a:ext cx="512064" cy="512064"/>
          </a:xfrm>
          <a:prstGeom prst="ellipse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68147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005840" y="2596896"/>
            <a:ext cx="7589520" cy="63550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143000" y="2596896"/>
            <a:ext cx="2286000" cy="6355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Prepare the Soil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566160" y="2596896"/>
            <a:ext cx="4480560" cy="6355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Ensure good drainage and enrich with compost for nutrients.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250692"/>
            <a:ext cx="109728" cy="146304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3454146"/>
            <a:ext cx="512064" cy="512064"/>
          </a:xfrm>
          <a:prstGeom prst="ellipse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45414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1005840" y="3369564"/>
            <a:ext cx="7589520" cy="635508"/>
          </a:xfrm>
          <a:prstGeom prst="rect">
            <a:avLst/>
          </a:prstGeom>
          <a:solidFill>
            <a:srgbClr val="A5D6A7"/>
          </a:solidFill>
          <a:ln w="12700">
            <a:solidFill>
              <a:srgbClr val="A5D6A7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143000" y="3369564"/>
            <a:ext cx="2286000" cy="6355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Planting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566160" y="3369564"/>
            <a:ext cx="4480560" cy="6355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Follow seed packet or plant tag instructions for depth and spacing.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4023360"/>
            <a:ext cx="109728" cy="146304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4226814"/>
            <a:ext cx="512064" cy="512064"/>
          </a:xfrm>
          <a:prstGeom prst="ellipse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422681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1005840" y="4142232"/>
            <a:ext cx="7589520" cy="63550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1143000" y="4142232"/>
            <a:ext cx="2286000" cy="6355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Watering &amp; Feeding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566160" y="4142232"/>
            <a:ext cx="4480560" cy="6355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Water consistently and fertilize as needed for healthy growth.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Container vs. In-Ground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2004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3977640" cy="4572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5156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Container Gardening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600200"/>
            <a:ext cx="3886200" cy="33147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Ideal for small spaces like balconies or patios.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 pots with drainage holes.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Choose appropriate potting mix.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Easier to control soil conditions.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09160" y="1051560"/>
            <a:ext cx="3977640" cy="4572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09160" y="105156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In-Ground Beds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54880" y="1600200"/>
            <a:ext cx="3886200" cy="33147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Allows for larger planting areas.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Requires good soil preparation.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Can be more cost-effective for volume.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Better root development for some plants.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Popular Easy-Grow Veggies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32004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1920240" cy="3680460"/>
          </a:xfrm>
          <a:prstGeom prst="rect">
            <a:avLst/>
          </a:prstGeom>
          <a:solidFill>
            <a:srgbClr val="F8F9FA"/>
          </a:solidFill>
          <a:ln w="12700">
            <a:solidFill>
              <a:srgbClr val="2E7D32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1920240" cy="109728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71600"/>
            <a:ext cx="1920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E7D32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Radishes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457200" y="26974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Fastest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2004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Ready in 3-4 weeks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60320" y="1097280"/>
            <a:ext cx="1920240" cy="3680460"/>
          </a:xfrm>
          <a:prstGeom prst="rect">
            <a:avLst/>
          </a:prstGeom>
          <a:solidFill>
            <a:srgbClr val="F8F9FA"/>
          </a:solidFill>
          <a:ln w="12700">
            <a:solidFill>
              <a:srgbClr val="2E7D32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60320" y="1097280"/>
            <a:ext cx="1920240" cy="109728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0" y="1371600"/>
            <a:ext cx="1920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E7D32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Leafy Greens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2560320" y="26974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Versatile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560320" y="32004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Lettuce, spinach, kale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1097280"/>
            <a:ext cx="1920240" cy="3680460"/>
          </a:xfrm>
          <a:prstGeom prst="rect">
            <a:avLst/>
          </a:prstGeom>
          <a:solidFill>
            <a:srgbClr val="F8F9FA"/>
          </a:solidFill>
          <a:ln w="12700">
            <a:solidFill>
              <a:srgbClr val="2E7D32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1097280"/>
            <a:ext cx="1920240" cy="109728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1371600"/>
            <a:ext cx="1920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E7D32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Herbs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4663440" y="26974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Aromatic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663440" y="32004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Basil, mint, parsley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766560" y="1097280"/>
            <a:ext cx="1920240" cy="3680460"/>
          </a:xfrm>
          <a:prstGeom prst="rect">
            <a:avLst/>
          </a:prstGeom>
          <a:solidFill>
            <a:srgbClr val="F8F9FA"/>
          </a:solidFill>
          <a:ln w="12700">
            <a:solidFill>
              <a:srgbClr val="2E7D32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766560" y="1097280"/>
            <a:ext cx="1920240" cy="109728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66560" y="1371600"/>
            <a:ext cx="1920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E7D32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Bush Beans</a:t>
            </a:r>
            <a:endParaRPr lang="en-US" sz="4800" dirty="0"/>
          </a:p>
        </p:txBody>
      </p:sp>
      <p:sp>
        <p:nvSpPr>
          <p:cNvPr id="22" name="Text 20"/>
          <p:cNvSpPr/>
          <p:nvPr/>
        </p:nvSpPr>
        <p:spPr>
          <a:xfrm>
            <a:off x="6766560" y="26974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Productive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766560" y="32004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Easy to grow and harvest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E7D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1645920"/>
            <a:ext cx="2743200" cy="54864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7315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5D6A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Section 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Harvesting &amp; Enjoying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14400" y="32004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A5D6A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Reaping Your Rewards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A5D6A7">
              <a:alpha val="70000"/>
            </a:srgbClr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0" y="229743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E7D32"/>
                </a:solidFill>
              </a:rPr>
              <a:t>Vibrant, freshly picked produce.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Know When to Harvest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4023360" cy="36804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Harvest at peak ripeness for best flavor.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Check specific vegetable maturity signs.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Harvest regularly to encourage more production.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Enjoy the taste of your hard work!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A5D6A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0" b="1" dirty="0">
                <a:solidFill>
                  <a:srgbClr val="FFC107">
                    <a:alpha val="60000"/>
                  </a:srgbClr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“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7498080" cy="29489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The glory of gardening: hands in the dirt, head in the sun, heart with nature. To nurture a garden is to feed not just the body, but the soul.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0" y="4137660"/>
            <a:ext cx="1828800" cy="36576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42291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5D6A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— Alfred Austin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E7D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78908"/>
            <a:ext cx="9144000" cy="164592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Start Your Garden Today!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914400" y="24688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A5D6A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Experience the joy and benefits of homegrown vegetables.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743200" y="3291840"/>
            <a:ext cx="3657600" cy="68580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0" y="329184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Happy Growing!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Grow Your Own Vegetables</dc:title>
  <dc:subject>PptxGenJS Presentation</dc:subject>
  <dc:creator>PptxGenJS</dc:creator>
  <cp:lastModifiedBy>PptxGenJS</cp:lastModifiedBy>
  <cp:revision>1</cp:revision>
  <dcterms:created xsi:type="dcterms:W3CDTF">2026-04-15T08:56:05Z</dcterms:created>
  <dcterms:modified xsi:type="dcterms:W3CDTF">2026-04-15T08:56:05Z</dcterms:modified>
</cp:coreProperties>
</file>