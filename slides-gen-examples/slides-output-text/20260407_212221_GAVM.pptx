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46220"/>
            <a:ext cx="9144000" cy="1097280"/>
          </a:xfrm>
          <a:prstGeom prst="rect">
            <a:avLst/>
          </a:prstGeom>
          <a:solidFill>
            <a:srgbClr val="FF8C00">
              <a:alpha val="80000"/>
            </a:srgbClr>
          </a:solidFill>
          <a:ln w="12700">
            <a:solidFill>
              <a:srgbClr val="FF8C00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Hitchhiker's Guide to the Galaxy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Cosmic Comedy Adventure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11455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in the Guide?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475488"/>
            <a:ext cx="438912" cy="438912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475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94760" y="365760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 of Earth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0" y="1060704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225296"/>
            <a:ext cx="438912" cy="438912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2252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94760" y="1115568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Panic: The Guide Itself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0" y="1810512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975104"/>
            <a:ext cx="438912" cy="438912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975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94760" y="1865376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Characters and Their Quirks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00400" y="2560320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2724912"/>
            <a:ext cx="438912" cy="438912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2724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94760" y="2615184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Infinite Improbability Drive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00400" y="3310128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3474720"/>
            <a:ext cx="438912" cy="438912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474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94760" y="3364992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Vogon Poetry and Other Terrors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200400" y="4059936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4224528"/>
            <a:ext cx="438912" cy="438912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4224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94760" y="4114800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Ultimate Question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64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Beginning of the End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Earth's Demise and Arthur Dent's Escape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Demolition of Earth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is scheduled for demolition to make way for a hyperspace bypass.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Dent, an ordinary Englishman, is oblivious to the impending doom.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friend, Ford Prefect, reveals he's an alien researcher for the Guide.</a:t>
            </a:r>
            <a:endParaRPr lang="en-US" sz="1500" dirty="0"/>
          </a:p>
          <a:p>
            <a:pPr lvl="1" marL="685800" indent="-342900">
              <a:buSzPct val="100000"/>
              <a:buChar char="•"/>
            </a:pPr>
            <a:r>
              <a:rPr lang="en-US" sz="1500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hitch a ride on a Vogon constructor ship just moments before Earth is destroyed.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FD700">
              <a:alpha val="7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0" y="229743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6400"/>
                </a:solidFill>
              </a:rPr>
              <a:t>The iconic cover of the Guide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Hitchhiker's Guide to the Galaxy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023360" cy="36804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popular than the Celestial Home Computator.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advice on everything from towel usage to intergalactic etiquette.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cover famously reads: DON'T PANIC.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64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Crew of the Heart of Gold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Unlikely Band of Travelers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Travelers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200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77640" cy="45720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Arthur Dent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886200" cy="3314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bewildered human protagonist.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Constantly seeking a decent cup of tea.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to comprehend the absurdity of the universe.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3977640" cy="45720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0515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Zaphod Beeblebrox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3886200" cy="3314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Two-headed, three-armed ex-Galactic President.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 the Heart of Gold.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a desire for adventure and self-discovery (often simultaneously).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Galactic Statistics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00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0064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21280" cy="10972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6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Ultimate Question of Life, the Universe, and Everything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136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0064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1360" y="1097280"/>
            <a:ext cx="2621280" cy="10972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136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6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10^10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26136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6136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sentient species in the galaxy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6552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0064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65520" y="1097280"/>
            <a:ext cx="2621280" cy="10972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6552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64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Infinite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06552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6552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manipulated by the Infinite Improbability Drive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Vogon Poetry vs. Earth Music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77640" cy="5943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Vogon Poetry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77640" cy="33147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0"/>
            <a:ext cx="370332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Considered the third worst poetry in the universe.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used as a form of torture.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Rhymes with 'awful' and 'terrible'.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3977640" cy="594360"/>
          </a:xfrm>
          <a:prstGeom prst="rect">
            <a:avLst/>
          </a:prstGeom>
          <a:solidFill>
            <a:srgbClr val="00008B"/>
          </a:solidFill>
          <a:ln w="12700">
            <a:solidFill>
              <a:srgbClr val="00008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9144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Earth Music (e.g., Bach)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09160" y="1554480"/>
            <a:ext cx="3977640" cy="33147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45920"/>
            <a:ext cx="370332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Appreciated for its complexity and beauty.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evoke deep emotions.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stark contrast to Vogon verse.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Infinite Improbability Drive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393698"/>
            <a:ext cx="512064" cy="512064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9369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1051560"/>
            <a:ext cx="7589520" cy="115062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1051560"/>
            <a:ext cx="2286000" cy="1150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6160" y="1051560"/>
            <a:ext cx="4480560" cy="1150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 is activated, causing a sudden and improbable jump through space-time.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20468"/>
            <a:ext cx="109728" cy="14630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681478"/>
            <a:ext cx="512064" cy="512064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68147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2339340"/>
            <a:ext cx="7589520" cy="11506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43000" y="2339340"/>
            <a:ext cx="2286000" cy="1150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4F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Manifestation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339340"/>
            <a:ext cx="4480560" cy="1150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ship and its occupants experience bizarre and often dangerous phenomena.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08248"/>
            <a:ext cx="109728" cy="146304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969258"/>
            <a:ext cx="512064" cy="512064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96925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5840" y="3627120"/>
            <a:ext cx="7589520" cy="115062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43000" y="3627120"/>
            <a:ext cx="2286000" cy="1150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Arrival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3627120"/>
            <a:ext cx="4480560" cy="1150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ship materializes at a random point in the universe, often in unexpected circumstances.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F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8C00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7498080" cy="2948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ships hung in the sky in much the same way that bricks don't.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0" y="4137660"/>
            <a:ext cx="1828800" cy="36576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2291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Hitchhiker's Guide to the Galaxy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64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Long, and Thanks for All the Fish!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towel handy.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3291840"/>
            <a:ext cx="3657600" cy="68580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32918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Books, Watch the Series, Don't Panic!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Hitchhiker's Guide to the Galaxy</dc:title>
  <dc:subject>PptxGenJS Presentation</dc:subject>
  <dc:creator>PptxGenJS</dc:creator>
  <cp:lastModifiedBy>PptxGenJS</cp:lastModifiedBy>
  <cp:revision>1</cp:revision>
  <dcterms:created xsi:type="dcterms:W3CDTF">2026-04-07T13:22:21Z</dcterms:created>
  <dcterms:modified xsi:type="dcterms:W3CDTF">2026-04-07T13:22:21Z</dcterms:modified>
</cp:coreProperties>
</file>