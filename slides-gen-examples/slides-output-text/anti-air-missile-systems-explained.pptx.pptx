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E65100">
              <a:alpha val="80000"/>
            </a:srgbClr>
          </a:solidFill>
          <a:ln w="12700">
            <a:solidFill>
              <a:srgbClr val="E65100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Anti-Air Missile Systems Explained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57C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Modern Air Defense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4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7C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Need for Air Defense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7C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Protecting Skies and Ground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Why Air Defense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Deterring aerial threats.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Protecting critical infrastructure.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Safeguarding civilian populations.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Enabling freedom of maneuver.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Types of Aerial Threats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Fixed-wing aircraft (jets, bombers).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Rotary-wing aircraft (helicopters).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Unmanned Aerial Vehicles (UAVs/drones).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Cruise missiles.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Ballistic missiles.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4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7C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Components of an AA System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7C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it Works Together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Air Defense Cycle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136142"/>
            <a:ext cx="512064" cy="51206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3614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1051560"/>
            <a:ext cx="7589520" cy="635508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1051560"/>
            <a:ext cx="228600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Detection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1051560"/>
            <a:ext cx="4480560" cy="635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Radar and sensors identify potential threats.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05356"/>
            <a:ext cx="109728" cy="14630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08810"/>
            <a:ext cx="512064" cy="51206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0881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1824228"/>
            <a:ext cx="7589520" cy="63550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1824228"/>
            <a:ext cx="228600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Tracking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1824228"/>
            <a:ext cx="4480560" cy="635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continuously monitors threat's path and speed.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478024"/>
            <a:ext cx="109728" cy="14630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81478"/>
            <a:ext cx="512064" cy="51206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8147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2596896"/>
            <a:ext cx="7589520" cy="635508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43000" y="2596896"/>
            <a:ext cx="228600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Identification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2596896"/>
            <a:ext cx="4480560" cy="635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Distinguishing friend from foe (IFF).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250692"/>
            <a:ext cx="109728" cy="14630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454146"/>
            <a:ext cx="512064" cy="51206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5414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05840" y="3369564"/>
            <a:ext cx="7589520" cy="63550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43000" y="3369564"/>
            <a:ext cx="228600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Engagement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66160" y="3369564"/>
            <a:ext cx="4480560" cy="635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Launching interceptor missile.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023360"/>
            <a:ext cx="109728" cy="14630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226814"/>
            <a:ext cx="512064" cy="51206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22681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05840" y="4142232"/>
            <a:ext cx="7589520" cy="635508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143000" y="4142232"/>
            <a:ext cx="228600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Interception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566160" y="4142232"/>
            <a:ext cx="4480560" cy="635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Missile destroys target.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Key System Components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200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77640" cy="45720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Sensors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886200" cy="3314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Radar (search, tracking, fire control)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Infrared (IR) seekers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Electro-optical (EO) systems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3977640" cy="45720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51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Weapons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886200" cy="3314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Missile launchers (vertical, inclined)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Interceptor missiles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Command and control units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4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7C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Types of AA Missile Systems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7C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Short to Long Range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Range Classifications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Short-Range (SHORAD)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Typically &lt; 10 km range.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Man-portable (MANPADS) or vehicle-mounted.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Effective against low-flying threats.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Medium-Range (MRADS)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Typically 10-50 km range.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Often truck or ship-mounted.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Covers wider airspace.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Range Classifications (Cont.)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Long-Range (LRADS)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Typically &gt; 50 km range.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Large, complex systems.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Engages high-altitude and distant targets.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Ballistic Missile Defense (BMD)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Intercepts ballistic missiles.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Requires advanced tracking and speed.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Often space-based or high-altitude.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Performance Metrics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4D4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21280" cy="1097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4D4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95%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Kill Probability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Against ideal targets.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136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4D4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1360" y="1097280"/>
            <a:ext cx="2621280" cy="1097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136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4D4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Mach 5+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26136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Interceptor Speed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6136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Typical engagement speed.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6552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4D4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65520" y="1097280"/>
            <a:ext cx="2621280" cy="1097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6552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4D4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360° Coverage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06552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Engagement Zone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6552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 rotating radar.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4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7C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Future Trends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7C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Evolving Defense Capabilities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Innovations in Air Defense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AI-driven target recognition.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Hypersonic interceptors.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Directed energy weapons integration.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Network-centric operations.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Counter-drone capabilities.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4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7C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Thank you for your attention.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 More Online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Anti-Air Missile Systems Explained</dc:title>
  <dc:subject>PptxGenJS Presentation</dc:subject>
  <dc:creator>PptxGenJS</dc:creator>
  <cp:lastModifiedBy>PptxGenJS</cp:lastModifiedBy>
  <cp:revision>1</cp:revision>
  <dcterms:created xsi:type="dcterms:W3CDTF">2026-04-10T03:05:08Z</dcterms:created>
  <dcterms:modified xsi:type="dcterms:W3CDTF">2026-04-10T03:05:08Z</dcterms:modified>
</cp:coreProperties>
</file>