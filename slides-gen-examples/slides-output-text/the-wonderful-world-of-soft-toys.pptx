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C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90EE90">
              <a:alpha val="80000"/>
            </a:srgbClr>
          </a:solidFill>
          <a:ln w="12700">
            <a:solidFill>
              <a:srgbClr val="90EE90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Wonderful World of Soft Toys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DD8E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Exploring Comfort, Creativity, and Connection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C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DD8E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Soft Toys?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DD8E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Defining the Cuddly Companions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C0CB"/>
          </a:solidFill>
          <a:ln w="12700">
            <a:solidFill>
              <a:srgbClr val="FFC0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Soft Toys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Plush or stuffed toys made from fabric.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Filled with soft materials like cotton or polyester.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Often designed to resemble animals or characters.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Provide comfort, security, and imaginative play.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and Craftsmanship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2004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solidFill>
            <a:srgbClr val="FFC0CB"/>
          </a:solidFill>
          <a:ln w="12700">
            <a:solidFill>
              <a:srgbClr val="FFC0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Materials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886200" cy="3314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Plush fabrics (velboa, minky)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Felt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Cotton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Polyester filling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solidFill>
            <a:srgbClr val="FFC0CB"/>
          </a:solidFill>
          <a:ln w="12700">
            <a:solidFill>
              <a:srgbClr val="FFC0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Crafting Quality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886200" cy="3314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Durable stitching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Safe, non-toxic components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Attention to detail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Washable designs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Snapshot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FFC0C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21280" cy="109728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C0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Billion+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Global Market Size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Projected growth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136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FFC0C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1360" y="1097280"/>
            <a:ext cx="2621280" cy="109728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136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C0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6136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Childhood Essential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6136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Percentage of households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6552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FFC0C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65520" y="1097280"/>
            <a:ext cx="2621280" cy="109728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6552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C0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5000+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06552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Unique Designs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6552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Available annually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C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DD8E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Soft Toys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DD8E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More Than Just Playthings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Developmental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solidFill>
            <a:srgbClr val="FFC0CB"/>
          </a:solidFill>
          <a:ln w="12700">
            <a:solidFill>
              <a:srgbClr val="FFC0C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Development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Provide comfort and security.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Help children express emotions.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Develop empathy through role-play.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solidFill>
            <a:srgbClr val="ADD8E6"/>
          </a:solidFill>
          <a:ln w="12700">
            <a:solidFill>
              <a:srgbClr val="ADD8E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&amp; Social Skills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Boost imagination and creativity.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Enhance language development.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Facilitate social interaction.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of Soft Toys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542032"/>
            <a:ext cx="8229600" cy="36576"/>
          </a:xfrm>
          <a:prstGeom prst="rect">
            <a:avLst/>
          </a:prstGeom>
          <a:solidFill>
            <a:srgbClr val="FFC0CB"/>
          </a:solidFill>
          <a:ln w="12700">
            <a:solidFill>
              <a:srgbClr val="FFC0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9868" y="2304288"/>
            <a:ext cx="512064" cy="512064"/>
          </a:xfrm>
          <a:prstGeom prst="ellipse">
            <a:avLst/>
          </a:prstGeom>
          <a:solidFill>
            <a:srgbClr val="90EE9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29868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Beginnings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907792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Simple stuffed animals, often homemade.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7268" y="2304288"/>
            <a:ext cx="512064" cy="512064"/>
          </a:xfrm>
          <a:prstGeom prst="ellipse">
            <a:avLst/>
          </a:prstGeom>
          <a:solidFill>
            <a:srgbClr val="90EE9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87268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13716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Teddy Bear Craze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2907792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Popularized by Theodore Roosevelt.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44668" y="2304288"/>
            <a:ext cx="512064" cy="512064"/>
          </a:xfrm>
          <a:prstGeom prst="ellipse">
            <a:avLst/>
          </a:prstGeom>
          <a:solidFill>
            <a:srgbClr val="90EE9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44668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13716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Production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2907792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Widespread availability and variety.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2068" y="2304288"/>
            <a:ext cx="512064" cy="512064"/>
          </a:xfrm>
          <a:prstGeom prst="ellipse">
            <a:avLst/>
          </a:prstGeom>
          <a:solidFill>
            <a:srgbClr val="90EE9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2068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13716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Innovations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907792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Interactive, educational, and character-based.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ADD8E6">
              <a:alpha val="70000"/>
            </a:srgbClr>
          </a:solidFill>
          <a:ln w="12700">
            <a:solidFill>
              <a:srgbClr val="ADD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0" y="229743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C0CB"/>
                </a:solidFill>
              </a:rPr>
              <a:t>A child hugging a soft toy.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Joy of Gifting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023360" cy="36804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Perfect for birthdays and holidays.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Universally loved by children.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timeless gift of affection.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Suitable for all ages.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C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DD8E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Caring for Your Soft Toys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DD8E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Keeping Them Clean and Loved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Cleaning Guide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232726"/>
            <a:ext cx="512064" cy="512064"/>
          </a:xfrm>
          <a:prstGeom prst="ellipse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3272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1051560"/>
            <a:ext cx="7589520" cy="828675"/>
          </a:xfrm>
          <a:prstGeom prst="rect">
            <a:avLst/>
          </a:prstGeom>
          <a:solidFill>
            <a:srgbClr val="FFC0CB"/>
          </a:solidFill>
          <a:ln w="12700">
            <a:solidFill>
              <a:srgbClr val="FFC0C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1051560"/>
            <a:ext cx="22860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Label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1051560"/>
            <a:ext cx="4480560" cy="8286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Follow manufacturer's care instructions.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98523"/>
            <a:ext cx="109728" cy="146304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98561"/>
            <a:ext cx="512064" cy="512064"/>
          </a:xfrm>
          <a:prstGeom prst="ellipse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98561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017395"/>
            <a:ext cx="7589520" cy="828675"/>
          </a:xfrm>
          <a:prstGeom prst="rect">
            <a:avLst/>
          </a:prstGeom>
          <a:solidFill>
            <a:srgbClr val="ADD8E6"/>
          </a:solidFill>
          <a:ln w="12700">
            <a:solidFill>
              <a:srgbClr val="ADD8E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2017395"/>
            <a:ext cx="22860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Clean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017395"/>
            <a:ext cx="4480560" cy="8286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 mild soap and water for small stains.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64358"/>
            <a:ext cx="109728" cy="146304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164395"/>
            <a:ext cx="512064" cy="512064"/>
          </a:xfrm>
          <a:prstGeom prst="ellipse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6439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2983230"/>
            <a:ext cx="7589520" cy="828675"/>
          </a:xfrm>
          <a:prstGeom prst="rect">
            <a:avLst/>
          </a:prstGeom>
          <a:solidFill>
            <a:srgbClr val="FFC0CB"/>
          </a:solidFill>
          <a:ln w="12700">
            <a:solidFill>
              <a:srgbClr val="FFC0C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43000" y="2983230"/>
            <a:ext cx="22860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Wash (if safe)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2983230"/>
            <a:ext cx="4480560" cy="8286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 gentle cycle, cool water, and mild detergent.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30193"/>
            <a:ext cx="109728" cy="146304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130231"/>
            <a:ext cx="512064" cy="512064"/>
          </a:xfrm>
          <a:prstGeom prst="ellipse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30231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05840" y="3949065"/>
            <a:ext cx="7589520" cy="828675"/>
          </a:xfrm>
          <a:prstGeom prst="rect">
            <a:avLst/>
          </a:prstGeom>
          <a:solidFill>
            <a:srgbClr val="ADD8E6"/>
          </a:solidFill>
          <a:ln w="12700">
            <a:solidFill>
              <a:srgbClr val="ADD8E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43000" y="3949065"/>
            <a:ext cx="22860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Dry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66160" y="3949065"/>
            <a:ext cx="4480560" cy="8286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Avoid direct heat; fluff when dry.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C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Embrace the Cuddle!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DD8E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Soft toys bring endless joy and comfort.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Discover your next favorite plush friend today!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Wonderful World of Soft Toys</dc:title>
  <dc:subject>PptxGenJS Presentation</dc:subject>
  <dc:creator>PptxGenJS</dc:creator>
  <cp:lastModifiedBy>PptxGenJS</cp:lastModifiedBy>
  <cp:revision>1</cp:revision>
  <dcterms:created xsi:type="dcterms:W3CDTF">2026-04-15T08:57:00Z</dcterms:created>
  <dcterms:modified xsi:type="dcterms:W3CDTF">2026-04-15T08:57:00Z</dcterms:modified>
</cp:coreProperties>
</file>